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9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573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 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CC065B-878E-865D-4391-689A0FADC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8" y="1568168"/>
            <a:ext cx="10569521" cy="1860832"/>
          </a:xfrm>
          <a:prstGeom prst="rect">
            <a:avLst/>
          </a:prstGeom>
        </p:spPr>
      </p:pic>
      <p:pic>
        <p:nvPicPr>
          <p:cNvPr id="6" name="Picture 6" descr="Like Comment Share PNGs for Free Download">
            <a:extLst>
              <a:ext uri="{FF2B5EF4-FFF2-40B4-BE49-F238E27FC236}">
                <a16:creationId xmlns:a16="http://schemas.microsoft.com/office/drawing/2014/main" id="{F02BE5A9-56AD-A33E-121C-D54800763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34" y="2132881"/>
            <a:ext cx="5978106" cy="597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745BC1-43AD-62EF-9B24-680338AED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4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2C5EBAFC-7B8F-029B-B50E-8326CA62E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8D598524-9B3B-7CCC-E427-8952225A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339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vaibhav verma</cp:lastModifiedBy>
  <cp:revision>18</cp:revision>
  <dcterms:created xsi:type="dcterms:W3CDTF">2024-06-24T12:27:37Z</dcterms:created>
  <dcterms:modified xsi:type="dcterms:W3CDTF">2026-03-23T10:41:27Z</dcterms:modified>
</cp:coreProperties>
</file>